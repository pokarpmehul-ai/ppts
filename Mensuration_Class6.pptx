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Mensuration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about Perimeter and Area of plane figures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2F5D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6  ·  Mathematics</a:t>
            </a:r>
            <a:endParaRPr lang="en-US" sz="1600" dirty="0"/>
          </a:p>
        </p:txBody>
      </p:sp>
      <p:sp>
        <p:nvSpPr>
          <p:cNvPr id="8" name="TextBox 8"/>
          <p:cNvSpPr txBox="1"/>
          <p:nvPr/>
        </p:nvSpPr>
        <p:spPr>
          <a:xfrm>
            <a:off x="9106701" y="5987193"/>
            <a:ext cx="3866349" cy="804132"/>
          </a:xfrm>
        </p:spPr>
        <p:txBody>
          <a:bodyPr wrap="square" rtlCol="0"/>
          <a:lstStyle/>
          <a:p>
            <a:r>
              <a:rPr sz="1800">
                <a:solidFill>
                  <a:srgbClr val="000000"/>
                </a:solidFill>
              </a:rPr>
              <a:t>By:</a:t>
            </a:r>
          </a:p>
          <a:p>
            <a:r>
              <a:rPr sz="1800">
                <a:solidFill>
                  <a:srgbClr val="000000"/>
                </a:solidFill>
              </a:rPr>
              <a:t>Mahendra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we learn today?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18488"/>
            <a:ext cx="594360" cy="59436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18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1581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1920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perimeter means and how to find it for closed figures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761488"/>
            <a:ext cx="594360" cy="59436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61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2724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&amp; Square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063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easy formulas for perimeter of rectangles and squares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904488"/>
            <a:ext cx="594360" cy="59436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04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3867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Shapes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206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perimeter of equilateral triangles, pentagons and hexagons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5047488"/>
            <a:ext cx="594360" cy="59436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047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37360" y="5010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37360" y="5349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area and calculate it for rectangles and squares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Perimeter?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is the distance covered along the boundary of a closed figure when you go around it once.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examples where we use perimeter: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54480" y="3474720"/>
            <a:ext cx="822960" cy="82296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Fencing a field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needs the boundary length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32004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3474720"/>
            <a:ext cx="822960" cy="82296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1188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wall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1188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a house or garden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2004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3474720"/>
            <a:ext cx="822960" cy="82296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track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the running track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32004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0" y="3474720"/>
            <a:ext cx="822960" cy="82296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8116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frame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8116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needed for framing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find Perimeter?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add the lengths of all the sides of the closed figure.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2468880"/>
            <a:ext cx="2377440" cy="1371600"/>
          </a:xfrm>
          <a:prstGeom prst="rect">
            <a:avLst/>
          </a:prstGeom>
          <a:solidFill>
            <a:srgbClr val="E8F4FC"/>
          </a:solidFill>
          <a:ln w="25400">
            <a:solidFill>
              <a:srgbClr val="6E9B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1C"/>
                </a:solidFill>
              </a:rPr>
              <a:t>40 cm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1C"/>
                </a:solidFill>
              </a:rPr>
              <a:t>10 cm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+ 10 + 40 + 10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 cm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0" y="178308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4920" y="2468880"/>
            <a:ext cx="2011680" cy="2011680"/>
          </a:xfrm>
          <a:prstGeom prst="rect">
            <a:avLst/>
          </a:prstGeom>
          <a:solidFill>
            <a:srgbClr val="FFF3E0"/>
          </a:solidFill>
          <a:ln w="25400">
            <a:solidFill>
              <a:srgbClr val="E5A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1C"/>
                </a:solidFill>
              </a:rPr>
              <a:t>5 cm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+ 5 + 5 + 5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 cm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178308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64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3774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C4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7000" dirty="0"/>
          </a:p>
        </p:txBody>
      </p:sp>
      <p:sp>
        <p:nvSpPr>
          <p:cNvPr id="23" name="Text 21"/>
          <p:cNvSpPr/>
          <p:nvPr/>
        </p:nvSpPr>
        <p:spPr>
          <a:xfrm>
            <a:off x="818388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cm, 4 cm, 5 cm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+ 4 + 5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 cm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of a Rectangle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264C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= 2 × (Length + Breadth)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 P = 2 (l + b)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formula?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rectangle, opposite sides are equal.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Length + Breadth + Length + Breadth  =  2 × Length + 2 × Breadth  =  2 (Length + Breadth)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0" y="4114800"/>
            <a:ext cx="3931920" cy="1828800"/>
          </a:xfrm>
          <a:prstGeom prst="rect">
            <a:avLst/>
          </a:prstGeom>
          <a:solidFill>
            <a:srgbClr val="E8F4FC"/>
          </a:solidFill>
          <a:ln w="31750">
            <a:solidFill>
              <a:srgbClr val="6E9B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3886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1C"/>
                </a:solidFill>
              </a:rPr>
              <a:t>Length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4754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1C"/>
                </a:solidFill>
              </a:rPr>
              <a:t>Breadth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Lace around a table cover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Shabana wants to put a lace border all around a rectangular table cover that is 3 m long and 2 m wide. How much lace does she need?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25856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5A2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58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2585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= 3 m,   Breadth = 2 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21868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18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32186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2 × (Length + Breadth)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1788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5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78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41788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2 × (3 + 2) = 2 × 5 = 10 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51389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F5D3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38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68880" y="51389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Shabana needs 10 metres of lace.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Rectangle Examples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running in a park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athlete takes 10 rounds of a rectangular park, 50 m long and 25 m wide. Find the total distance covered.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of 1 round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(50 + 25)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75 = 150 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rounds = 10 × 150 = 1500 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534924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distance = 1500 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fencing a park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cost of fencing a rectangular park of length 250 m and breadth 175 m at ₹12 per metre.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2 × (250 + 175)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425 = 850 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850 × ₹12 = ₹10,200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29400" y="534924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7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= ₹10,200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of a Square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5A2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= 4 × Side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 P = 4 × 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Square park of side 70 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Shaina takes 3 rounds of a square park of side 70 m. What is the total distance she travels?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 × 70 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280 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rounds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 × 280 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840 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Shaina travels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 metres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covers more distance?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Pinky runs around a square field of side 75 m. Bob runs around a rectangular field of length 160 m and breadth 105 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64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Pinky (Square)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= 75 m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4 × 75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300 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0160" y="45720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CE4EC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64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= 300 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(Rectangle)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6060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= 160 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= 105 m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2 × (160 + 105)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265 = 530 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03720" y="45720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E8F4F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= 530 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5486400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264C3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5486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covers more distance by 230 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SHAPES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of Regular Closed Figures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figures have all sides equal and all angles equal.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2743200" cy="109728"/>
          </a:xfrm>
          <a:prstGeom prst="rect">
            <a:avLst/>
          </a:prstGeom>
          <a:solidFill>
            <a:srgbClr val="B6446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Equilateral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CE4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side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520440" y="18288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1828800"/>
            <a:ext cx="2743200" cy="109728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94760" y="34747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side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828800"/>
            <a:ext cx="2743200" cy="109728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Pentagon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5120" y="34747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side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281160" y="182880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81160" y="1828800"/>
            <a:ext cx="2743200" cy="109728"/>
          </a:xfrm>
          <a:prstGeom prst="rect">
            <a:avLst/>
          </a:prstGeom>
          <a:solidFill>
            <a:srgbClr val="6E9BBC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55480" y="34747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/>
        </p:spPr>
      </p:sp>
      <p:sp>
        <p:nvSpPr>
          <p:cNvPr id="28" name="Text 26"/>
          <p:cNvSpPr/>
          <p:nvPr/>
        </p:nvSpPr>
        <p:spPr>
          <a:xfrm>
            <a:off x="955548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side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Shapes – Practice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pentagon has each side measuring 3 cm. Find its perimeter.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sides =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side = 3 cm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5 × 3 cm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 cm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512064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= 15 cm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perimeter of a regular hexagon is 18 cm. How long is each side?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2004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hexagon has 6 equal sides.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= Perimeter ÷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= 18 ÷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 cm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512064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7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side = 3 cm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These! (Perimeter)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Find the perimeter of a triangle with sides 10 cm, 14 cm and 15 cm.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10 + 14 + 15 = 39 cm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697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Find the side of a square whose perimeter is 20 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20 ÷ 4 = 5 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A piece of string is 30 cm long. What is the side of a regular hexagon made from it?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30 ÷ 6 = 5 cm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Two sides of a triangle are 12 cm and 14 cm. Perimeter is 36 cm. Find the third side.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36 − 12 − 14 = 10 cm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Area?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6E9BB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the amount of surface enclosed by a closed figure.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measure area?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3429000"/>
            <a:ext cx="1097280" cy="109728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3429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Squares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figure on squared paper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count the squares inside.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3429000"/>
            <a:ext cx="1097280" cy="109728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3429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Formulas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ready formulas for rectangles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squares.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Counting Squares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square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920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as 1 square unit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514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697480"/>
            <a:ext cx="640080" cy="64008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half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063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as 1 square unit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840480"/>
            <a:ext cx="640080" cy="640080"/>
          </a:xfrm>
          <a:prstGeom prst="ellipse">
            <a:avLst/>
          </a:prstGeom>
          <a:solidFill>
            <a:srgbClr val="6E9BB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half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4206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as ½ square unit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983480"/>
            <a:ext cx="640080" cy="640080"/>
          </a:xfrm>
          <a:prstGeom prst="ellipse">
            <a:avLst/>
          </a:prstGeom>
          <a:solidFill>
            <a:srgbClr val="B6446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82880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half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28800" y="5349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(count as 0)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FORMULAS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Formulas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394960" cy="109728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554480" y="2286000"/>
            <a:ext cx="3566160" cy="1920240"/>
          </a:xfrm>
          <a:prstGeom prst="rect">
            <a:avLst/>
          </a:prstGeom>
          <a:solidFill>
            <a:srgbClr val="E8F5E9"/>
          </a:solidFill>
          <a:ln w="25400">
            <a:solidFill>
              <a:srgbClr val="2F5D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1C"/>
                </a:solidFill>
              </a:rPr>
              <a:t>Length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1C"/>
                </a:solidFill>
              </a:rPr>
              <a:t>Breadth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466344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63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= Length × Breadth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371600"/>
            <a:ext cx="5394960" cy="109728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52360" y="2286000"/>
            <a:ext cx="2560320" cy="1920240"/>
          </a:xfrm>
          <a:prstGeom prst="rect">
            <a:avLst/>
          </a:prstGeom>
          <a:solidFill>
            <a:srgbClr val="FFF3E0"/>
          </a:solidFill>
          <a:ln w="25400">
            <a:solidFill>
              <a:srgbClr val="E5A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1C"/>
                </a:solidFill>
              </a:rPr>
              <a:t>Side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466344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663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7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= Side × Side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– Worked Examples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 – Rectangle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area of a rectangle whose length is 12 cm and breadth is 4 cm.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Length × Breadth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 cm × 4 cm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48 sq cm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97280" y="48463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846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= 48 sq cm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 – Square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area of a square plot of side 8 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154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Side × Side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 m × 8 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64 sq 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20840" y="48463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846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7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= 64 sq m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Area Problems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A room is 4 m long and 3 m 50 cm wide. How many square metres of carpet are needed?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4 × 3.5 = 14 sq 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697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The area of a rectangular garden 50 m long is 300 sq m. Find the width.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Width = 300 ÷ 50 = 6 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Five square flower beds of side 1 m are dug on land 5 m × 4 m. Find remaining area.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20 − 5 = 15 sq 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A floor is 5 m × 4 m. A square carpet of side 3 m is laid. Find uncarpeted area.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20 − 9 = 11 sq m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Cost of Fencing &amp; Tiling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Fencing a Square Park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cost of fencing a square park of side 250 m at ₹20 per metre.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4 × 250 = 1000 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1000 × ₹20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₹20,000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521208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212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= ₹20,000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a Plot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tiling a rectangular plot 500 m long and 200 m wide at ₹8 per hundred sq m.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32461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500 × 200 = 1,00,000 sq 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(1,00,000 ÷ 100) × 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1000 × 8 = ₹8,000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20840" y="521208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5212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7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= ₹8,000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Always Use Same Units!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calculating, convert all measurements to the same unit.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286000" y="1920240"/>
            <a:ext cx="7589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0" y="2194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2880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 25 cm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3566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m  or  125 cm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6032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 50 cm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0" y="4251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  or  250 cm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6032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 km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4937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m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/ 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Mensuration  ·  Class 6 Mathematics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have we discussed?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109728" cy="960120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around a closed figure once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468880"/>
            <a:ext cx="109728" cy="960120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Perimeter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(Length + Breadth)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66160"/>
            <a:ext cx="109728" cy="960120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Perimeter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Side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663440"/>
            <a:ext cx="109728" cy="960120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00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Shapes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5166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side (n = number of sides)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13716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371600"/>
            <a:ext cx="109728" cy="960120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surface enclosed by a figure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0" y="24688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468880"/>
            <a:ext cx="109728" cy="960120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Area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084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× Breadth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0" y="35661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566160"/>
            <a:ext cx="109728" cy="960120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Area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× Side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Mensuration - Class 6</dc:title>
  <dc:subject>PptxGenJS Presentation</dc:subject>
  <dc:creator>Mathematics Teacher</dc:creator>
  <cp:lastModifiedBy>Mathematics Teacher</cp:lastModifiedBy>
  <cp:revision>1</cp:revision>
  <dcterms:created xsi:type="dcterms:W3CDTF">2026-09-20T03:23:24Z</dcterms:created>
  <dcterms:modified xsi:type="dcterms:W3CDTF">2026-09-20T03:23:24Z</dcterms:modified>
</cp:coreProperties>
</file>